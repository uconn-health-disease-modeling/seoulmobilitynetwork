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86"/>
    <p:restoredTop sz="94658"/>
  </p:normalViewPr>
  <p:slideViewPr>
    <p:cSldViewPr snapToGrid="0">
      <p:cViewPr>
        <p:scale>
          <a:sx n="140" d="100"/>
          <a:sy n="140" d="100"/>
        </p:scale>
        <p:origin x="104" y="-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36B949-C1BB-BA15-7051-5A1849D36D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924E1B2-54F4-578E-891B-1DFAA8D751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3646BB-ECAB-E4DB-1AF9-D46BD524C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FB81E-B823-9B42-8179-AB49C879B215}" type="datetimeFigureOut">
              <a:rPr kumimoji="1" lang="zh-CN" altLang="en-US" smtClean="0"/>
              <a:t>2025/4/23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BBAE7D-A137-A156-847C-0386BF890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90CFCD-B4E1-CD16-8DD4-A5E4B6C46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EB45B-303D-5246-9E49-E08EFA1B1A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56959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8E0BF8-F444-B4F6-91AC-0801353AD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C5FFB7-F350-B0F4-6444-72BB0586D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F154D6-A051-047C-B461-D85F1D047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FB81E-B823-9B42-8179-AB49C879B215}" type="datetimeFigureOut">
              <a:rPr kumimoji="1" lang="zh-CN" altLang="en-US" smtClean="0"/>
              <a:t>2025/4/23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2C874C-7994-4657-DF2B-67F77CEA7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0EF5E8-F34E-5755-AE6F-9D77F922B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EB45B-303D-5246-9E49-E08EFA1B1A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65702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A96FBE-5592-7F97-050D-382A45EA5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3A1AC1-F40E-D6B4-C695-9147707A0A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26217A-D1C2-0C7C-814F-0275EEE87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FB81E-B823-9B42-8179-AB49C879B215}" type="datetimeFigureOut">
              <a:rPr kumimoji="1" lang="zh-CN" altLang="en-US" smtClean="0"/>
              <a:t>2025/4/23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FD126A-0D02-FD2B-70C2-E8911848A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77669F-F171-8611-9F3F-BB67BD0AA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EB45B-303D-5246-9E49-E08EFA1B1A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55123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6856AF-9622-E411-C363-CF2F31A4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95828F-4DB7-2A2F-A000-13FD79F848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B312799-5FEC-1CB4-F588-E5DD12703E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76A2D4-32CC-2469-7780-382310EFC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FB81E-B823-9B42-8179-AB49C879B215}" type="datetimeFigureOut">
              <a:rPr kumimoji="1" lang="zh-CN" altLang="en-US" smtClean="0"/>
              <a:t>2025/4/23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116FAD-9C2E-A4C2-A862-EEC98AD30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E662964-F8E9-600D-0FE9-E7811129C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EB45B-303D-5246-9E49-E08EFA1B1A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93911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EF95E9-54FB-435C-D879-351747A5D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F62BBF-3DF0-CC39-D836-12E57DEC1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6B50B1D-6C9E-7E8E-A90E-302C77B05E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F86A7F3-03B1-5322-1326-1022F4643B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613492D-E053-9677-0FC6-67571AD0DB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6832561-38A5-D0A9-30D1-6183735FC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FB81E-B823-9B42-8179-AB49C879B215}" type="datetimeFigureOut">
              <a:rPr kumimoji="1" lang="zh-CN" altLang="en-US" smtClean="0"/>
              <a:t>2025/4/23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8275EEC-09DD-609D-E3E4-B249B2DA4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14F4777-FE41-E9E1-267E-D21C023EE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EB45B-303D-5246-9E49-E08EFA1B1A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51341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243F05-A40F-8C1E-A745-FFC32AC63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D6150E5-458D-408A-72F6-9161F8B2B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FB81E-B823-9B42-8179-AB49C879B215}" type="datetimeFigureOut">
              <a:rPr kumimoji="1" lang="zh-CN" altLang="en-US" smtClean="0"/>
              <a:t>2025/4/23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204AB61-4091-9042-FCC7-DAFA33C32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07012EF-32BF-70C3-B372-AA7B2C1AC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EB45B-303D-5246-9E49-E08EFA1B1A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90733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1EB5C05-BFCF-FC18-C23F-D7B797D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FB81E-B823-9B42-8179-AB49C879B215}" type="datetimeFigureOut">
              <a:rPr kumimoji="1" lang="zh-CN" altLang="en-US" smtClean="0"/>
              <a:t>2025/4/23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66BA331-9160-6441-6D09-72E2F22BA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3545E2-6B6A-860F-73E7-24B010B99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EB45B-303D-5246-9E49-E08EFA1B1A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59447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FBF7A9-B998-ACB8-A94C-7F24035E3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14DAA2-8600-0FAB-DCB3-76AC5B9A3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346AEE-37EC-CCBA-95E5-0766A5735C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6A9842E-D616-C5A0-5DE3-360148C99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FB81E-B823-9B42-8179-AB49C879B215}" type="datetimeFigureOut">
              <a:rPr kumimoji="1" lang="zh-CN" altLang="en-US" smtClean="0"/>
              <a:t>2025/4/23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7A22517-1452-0E06-8570-9896C35F2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EA8B131-4EDA-2501-7260-7EDAAB9E1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EB45B-303D-5246-9E49-E08EFA1B1A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05682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77F795-96BB-DF0F-6806-2AE9610BA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ABA2628-41CA-A581-9BB5-91316DD189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C177FEA-0603-EC2E-E721-AACD084D1B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80F807D-2692-3621-0AAC-8BC10B0E0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FB81E-B823-9B42-8179-AB49C879B215}" type="datetimeFigureOut">
              <a:rPr kumimoji="1" lang="zh-CN" altLang="en-US" smtClean="0"/>
              <a:t>2025/4/23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4E54EE8-7355-D8BA-1C1A-6A0EBE74F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951CC9-AE43-F1D9-8EFE-FDC9A9E06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EB45B-303D-5246-9E49-E08EFA1B1A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84420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D277F7-02B0-F190-8F78-0F23044B7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0791362-9511-B2DD-7202-C3CDF74AF5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8594A3-F6E7-878E-9089-D2D79B5F9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FB81E-B823-9B42-8179-AB49C879B215}" type="datetimeFigureOut">
              <a:rPr kumimoji="1" lang="zh-CN" altLang="en-US" smtClean="0"/>
              <a:t>2025/4/23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F76623-FBC2-974B-B342-39CFC5FFD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2C8F25-961B-DC85-5D11-C85FE4EAA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EB45B-303D-5246-9E49-E08EFA1B1A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5003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6B1A14F-D0C9-8F1A-1BE1-35A11725AB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8EC62EB-3C6E-2D4D-7604-A72DB99FDD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16F4A2-E992-5C7C-0596-0A457EB57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FB81E-B823-9B42-8179-AB49C879B215}" type="datetimeFigureOut">
              <a:rPr kumimoji="1" lang="zh-CN" altLang="en-US" smtClean="0"/>
              <a:t>2025/4/23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659FFF-E045-098F-0C22-FEF4859B8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3B4DC4-01C0-623A-CD18-FB821AF5B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EB45B-303D-5246-9E49-E08EFA1B1A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72742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5136F26-E6C7-CCA6-E169-382B5E131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733B50-0880-1EEE-5261-EE0E4101D9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D19B5B-A9F1-8B86-18F3-86B23E997C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7FB81E-B823-9B42-8179-AB49C879B215}" type="datetimeFigureOut">
              <a:rPr kumimoji="1" lang="zh-CN" altLang="en-US" smtClean="0"/>
              <a:t>2025/4/23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387F57-907F-864C-3371-68940C1339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91F9D4-5077-6F79-CB76-FC4A252F9D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5EB45B-303D-5246-9E49-E08EFA1B1A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18482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06C2CF9B-67EE-B1FF-FF52-E6A178AA2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032" y="731520"/>
            <a:ext cx="8631936" cy="539496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B641C19-DE97-D07D-7EF7-14AA1AC61329}"/>
              </a:ext>
            </a:extLst>
          </p:cNvPr>
          <p:cNvSpPr txBox="1"/>
          <p:nvPr/>
        </p:nvSpPr>
        <p:spPr>
          <a:xfrm>
            <a:off x="5917692" y="2748336"/>
            <a:ext cx="15209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Jongno1_2_3_4Ga</a:t>
            </a:r>
            <a:endParaRPr kumimoji="1"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713C4C9-64AE-7772-E915-EDA1CA223C16}"/>
              </a:ext>
            </a:extLst>
          </p:cNvPr>
          <p:cNvSpPr txBox="1"/>
          <p:nvPr/>
        </p:nvSpPr>
        <p:spPr>
          <a:xfrm>
            <a:off x="6145340" y="3429105"/>
            <a:ext cx="840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Myeong</a:t>
            </a:r>
            <a:endParaRPr kumimoji="1"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9DEAF18-CE21-1EFE-D63B-CC52006CCB15}"/>
              </a:ext>
            </a:extLst>
          </p:cNvPr>
          <p:cNvSpPr txBox="1"/>
          <p:nvPr/>
        </p:nvSpPr>
        <p:spPr>
          <a:xfrm>
            <a:off x="4248912" y="4036865"/>
            <a:ext cx="1143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Yeongdeungpo</a:t>
            </a:r>
            <a:endParaRPr kumimoji="1"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8F811D7-09D2-A20E-992C-EA1813A202A0}"/>
              </a:ext>
            </a:extLst>
          </p:cNvPr>
          <p:cNvSpPr txBox="1"/>
          <p:nvPr/>
        </p:nvSpPr>
        <p:spPr>
          <a:xfrm>
            <a:off x="5331910" y="3198140"/>
            <a:ext cx="8311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Sinchon</a:t>
            </a:r>
            <a:endParaRPr kumimoji="1"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39BF8B6-353B-D81B-898F-4385B413ACE3}"/>
              </a:ext>
            </a:extLst>
          </p:cNvPr>
          <p:cNvSpPr txBox="1"/>
          <p:nvPr/>
        </p:nvSpPr>
        <p:spPr>
          <a:xfrm>
            <a:off x="5771770" y="3125343"/>
            <a:ext cx="7379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Muwak</a:t>
            </a:r>
            <a:endParaRPr kumimoji="1"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2D36545-8ABC-F31B-CD88-BDC8C1598862}"/>
              </a:ext>
            </a:extLst>
          </p:cNvPr>
          <p:cNvSpPr txBox="1"/>
          <p:nvPr/>
        </p:nvSpPr>
        <p:spPr>
          <a:xfrm>
            <a:off x="5425919" y="2721573"/>
            <a:ext cx="6431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Hongje</a:t>
            </a:r>
            <a:endParaRPr kumimoji="1"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72E9E60-8674-1ED9-C746-E58B46F0E9B5}"/>
              </a:ext>
            </a:extLst>
          </p:cNvPr>
          <p:cNvSpPr txBox="1"/>
          <p:nvPr/>
        </p:nvSpPr>
        <p:spPr>
          <a:xfrm>
            <a:off x="4951476" y="3468465"/>
            <a:ext cx="6431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Seogyo</a:t>
            </a:r>
            <a:endParaRPr kumimoji="1"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7D1504F-8833-CA14-9651-1F003975B188}"/>
              </a:ext>
            </a:extLst>
          </p:cNvPr>
          <p:cNvSpPr txBox="1"/>
          <p:nvPr/>
        </p:nvSpPr>
        <p:spPr>
          <a:xfrm>
            <a:off x="6007608" y="3953570"/>
            <a:ext cx="929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Hangangno</a:t>
            </a:r>
            <a:endParaRPr kumimoji="1"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9F00173-368C-BFF4-5A7C-D4BAEF3ABA8E}"/>
              </a:ext>
            </a:extLst>
          </p:cNvPr>
          <p:cNvSpPr txBox="1"/>
          <p:nvPr/>
        </p:nvSpPr>
        <p:spPr>
          <a:xfrm>
            <a:off x="5638800" y="4131009"/>
            <a:ext cx="6431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Ichon</a:t>
            </a:r>
            <a:endParaRPr kumimoji="1"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318A477-E40F-0ACB-AAA5-F2054D490590}"/>
              </a:ext>
            </a:extLst>
          </p:cNvPr>
          <p:cNvSpPr txBox="1"/>
          <p:nvPr/>
        </p:nvSpPr>
        <p:spPr>
          <a:xfrm>
            <a:off x="5138928" y="3854010"/>
            <a:ext cx="6431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Yeoui</a:t>
            </a:r>
            <a:endParaRPr kumimoji="1"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4281575-4F8F-8C0B-0BE6-512B8471D582}"/>
              </a:ext>
            </a:extLst>
          </p:cNvPr>
          <p:cNvSpPr txBox="1"/>
          <p:nvPr/>
        </p:nvSpPr>
        <p:spPr>
          <a:xfrm>
            <a:off x="6725030" y="3070673"/>
            <a:ext cx="862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Changsin</a:t>
            </a:r>
            <a:endParaRPr kumimoji="1"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1D625F5-EFF4-D1B4-6B7B-FEF1C3A0F30C}"/>
              </a:ext>
            </a:extLst>
          </p:cNvPr>
          <p:cNvSpPr txBox="1"/>
          <p:nvPr/>
        </p:nvSpPr>
        <p:spPr>
          <a:xfrm>
            <a:off x="8706612" y="4131009"/>
            <a:ext cx="862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Dunchon</a:t>
            </a:r>
            <a:endParaRPr kumimoji="1"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ADEBA12-815C-6093-9ACA-27223F45B8FE}"/>
              </a:ext>
            </a:extLst>
          </p:cNvPr>
          <p:cNvSpPr txBox="1"/>
          <p:nvPr/>
        </p:nvSpPr>
        <p:spPr>
          <a:xfrm>
            <a:off x="7587614" y="4274867"/>
            <a:ext cx="862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Samseong</a:t>
            </a:r>
            <a:endParaRPr kumimoji="1"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DE1E60B-759C-30D4-DDA4-E90A180D80FB}"/>
              </a:ext>
            </a:extLst>
          </p:cNvPr>
          <p:cNvSpPr txBox="1"/>
          <p:nvPr/>
        </p:nvSpPr>
        <p:spPr>
          <a:xfrm>
            <a:off x="7006590" y="4616612"/>
            <a:ext cx="76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Yeoksam</a:t>
            </a:r>
            <a:endParaRPr kumimoji="1"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EF55DD6-2BD8-1E1B-DCD9-89870E96D0BD}"/>
              </a:ext>
            </a:extLst>
          </p:cNvPr>
          <p:cNvSpPr txBox="1"/>
          <p:nvPr/>
        </p:nvSpPr>
        <p:spPr>
          <a:xfrm>
            <a:off x="6565392" y="4890563"/>
            <a:ext cx="6431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Seocho</a:t>
            </a:r>
            <a:endParaRPr kumimoji="1"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91C88B7-6308-C86C-7149-A4454EA6C3DD}"/>
              </a:ext>
            </a:extLst>
          </p:cNvPr>
          <p:cNvSpPr txBox="1"/>
          <p:nvPr/>
        </p:nvSpPr>
        <p:spPr>
          <a:xfrm>
            <a:off x="6007608" y="4461534"/>
            <a:ext cx="862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Banpobon</a:t>
            </a:r>
            <a:endParaRPr kumimoji="1"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5B2AE04-F231-0805-92AF-265665317179}"/>
              </a:ext>
            </a:extLst>
          </p:cNvPr>
          <p:cNvSpPr txBox="1"/>
          <p:nvPr/>
        </p:nvSpPr>
        <p:spPr>
          <a:xfrm>
            <a:off x="5539740" y="4684407"/>
            <a:ext cx="975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Cheongnim</a:t>
            </a:r>
            <a:endParaRPr kumimoji="1"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F07C3EA-AA16-2A93-E49F-63D4E37F5CE1}"/>
              </a:ext>
            </a:extLst>
          </p:cNvPr>
          <p:cNvSpPr txBox="1"/>
          <p:nvPr/>
        </p:nvSpPr>
        <p:spPr>
          <a:xfrm>
            <a:off x="4796028" y="4478113"/>
            <a:ext cx="6431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Singil</a:t>
            </a:r>
            <a:endParaRPr kumimoji="1"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AA82938-8C30-DBDB-362D-960E59A35170}"/>
              </a:ext>
            </a:extLst>
          </p:cNvPr>
          <p:cNvSpPr txBox="1"/>
          <p:nvPr/>
        </p:nvSpPr>
        <p:spPr>
          <a:xfrm>
            <a:off x="4370832" y="4800231"/>
            <a:ext cx="89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Garibong</a:t>
            </a:r>
            <a:endParaRPr kumimoji="1"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3A44C47-9395-C16C-50AD-61502D895923}"/>
              </a:ext>
            </a:extLst>
          </p:cNvPr>
          <p:cNvSpPr txBox="1"/>
          <p:nvPr/>
        </p:nvSpPr>
        <p:spPr>
          <a:xfrm>
            <a:off x="3608832" y="4191000"/>
            <a:ext cx="6431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Sinwol</a:t>
            </a:r>
            <a:endParaRPr kumimoji="1"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09190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20</Words>
  <Application>Microsoft Macintosh PowerPoint</Application>
  <PresentationFormat>宽屏</PresentationFormat>
  <Paragraphs>20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Hu, Zeyu</dc:creator>
  <cp:lastModifiedBy>Hu, Zeyu</cp:lastModifiedBy>
  <cp:revision>1</cp:revision>
  <dcterms:created xsi:type="dcterms:W3CDTF">2025-04-23T18:17:20Z</dcterms:created>
  <dcterms:modified xsi:type="dcterms:W3CDTF">2025-04-23T18:49:20Z</dcterms:modified>
</cp:coreProperties>
</file>